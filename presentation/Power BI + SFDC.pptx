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5fafcf06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5fafcf0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5fafcf0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55fafcf0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55fafcf06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c55fafcf06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55fafcf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55fafcf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55fafcf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55fafcf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55fafcf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55fafcf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55fafcf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55fafcf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. Keep the + sign 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current slide.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206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52180" y="42362"/>
            <a:ext cx="89635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Connect to Salesforce</a:t>
            </a:r>
            <a:endParaRPr sz="1100"/>
          </a:p>
        </p:txBody>
      </p:sp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82" y="356321"/>
            <a:ext cx="2671776" cy="4188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8369" y="291369"/>
            <a:ext cx="3322839" cy="26013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27"/>
          <p:cNvGrpSpPr/>
          <p:nvPr/>
        </p:nvGrpSpPr>
        <p:grpSpPr>
          <a:xfrm>
            <a:off x="2988369" y="2964539"/>
            <a:ext cx="6027349" cy="2035920"/>
            <a:chOff x="173470" y="3971375"/>
            <a:chExt cx="8036466" cy="2714560"/>
          </a:xfrm>
        </p:grpSpPr>
        <p:pic>
          <p:nvPicPr>
            <p:cNvPr id="143" name="Google Shape;143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3470" y="3971375"/>
              <a:ext cx="8036466" cy="2714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91702" y="4708902"/>
              <a:ext cx="1662385" cy="19387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27"/>
          <p:cNvSpPr/>
          <p:nvPr/>
        </p:nvSpPr>
        <p:spPr>
          <a:xfrm>
            <a:off x="1235929" y="836495"/>
            <a:ext cx="477977" cy="602279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/>
          <p:nvPr/>
        </p:nvSpPr>
        <p:spPr>
          <a:xfrm>
            <a:off x="1189787" y="4244716"/>
            <a:ext cx="1361383" cy="259214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42155" y="568307"/>
            <a:ext cx="3249511" cy="141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/>
          <p:nvPr/>
        </p:nvSpPr>
        <p:spPr>
          <a:xfrm>
            <a:off x="3021155" y="478120"/>
            <a:ext cx="968285" cy="215054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5257799" y="2631364"/>
            <a:ext cx="556753" cy="207700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7763923" y="1664785"/>
            <a:ext cx="475777" cy="206258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4636604" y="3719719"/>
            <a:ext cx="805550" cy="283265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6222662" y="3961450"/>
            <a:ext cx="805550" cy="786970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7543800" y="4503929"/>
            <a:ext cx="626165" cy="327364"/>
          </a:xfrm>
          <a:prstGeom prst="rect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5536175" y="1438774"/>
            <a:ext cx="904382" cy="206257"/>
          </a:xfrm>
          <a:prstGeom prst="rect">
            <a:avLst/>
          </a:prstGeom>
          <a:solidFill>
            <a:srgbClr val="FF0000">
              <a:alpha val="29019"/>
            </a:srgbClr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estion mark with solid fill" id="155" name="Google Shape;15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0608" y="857872"/>
            <a:ext cx="331956" cy="3319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5536177" y="1664786"/>
            <a:ext cx="90438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Slows things down</a:t>
            </a:r>
            <a:endParaRPr sz="1100"/>
          </a:p>
        </p:txBody>
      </p:sp>
      <p:sp>
        <p:nvSpPr>
          <p:cNvPr id="157" name="Google Shape;157;p27"/>
          <p:cNvSpPr txBox="1"/>
          <p:nvPr/>
        </p:nvSpPr>
        <p:spPr>
          <a:xfrm>
            <a:off x="3564452" y="1182539"/>
            <a:ext cx="1182779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Objects &gt; Reports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Report 2,000 Record Limit</a:t>
            </a:r>
            <a:endParaRPr sz="1100"/>
          </a:p>
        </p:txBody>
      </p:sp>
      <p:sp>
        <p:nvSpPr>
          <p:cNvPr id="158" name="Google Shape;158;p27"/>
          <p:cNvSpPr/>
          <p:nvPr/>
        </p:nvSpPr>
        <p:spPr>
          <a:xfrm>
            <a:off x="532875" y="1034425"/>
            <a:ext cx="626100" cy="2769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721625" y="4155299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4210550" y="356324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4780425" y="2569336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7266600" y="1602024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4180500" y="3695461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5792613" y="4101286"/>
            <a:ext cx="391500" cy="331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7543848" y="4179588"/>
            <a:ext cx="626076" cy="283230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8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